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COMBAT Consortium</a:t>
            </a:r>
          </a:p>
          <a:p>
            <a:pPr>
              <a:defRPr sz="1400" i="1">
                <a:solidFill>
                  <a:srgbClr val="7F8C8D"/>
                </a:solidFill>
              </a:defRPr>
            </a:pPr>
            <a:r>
              <a:t>COMBAT Consortium, Cell (2022)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4114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Whole blood (PBMCs)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scRNA-seq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10x 5' v1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cells (post-QC)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637,266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Ren et al.</a:t>
            </a:r>
          </a:p>
          <a:p>
            <a:pPr>
              <a:defRPr sz="1400" i="1">
                <a:solidFill>
                  <a:srgbClr val="7F8C8D"/>
                </a:solidFill>
              </a:defRPr>
            </a:pPr>
            <a:r>
              <a:t>Ren et al., Cell (2021)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4114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PBMCs + airway samples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scRNA-seq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10x 3' v3, 10x 5' v2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cells (post-QC)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1,456,806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Stephenson et al.</a:t>
            </a:r>
          </a:p>
          <a:p>
            <a:pPr>
              <a:defRPr sz="1400" i="1">
                <a:solidFill>
                  <a:srgbClr val="7F8C8D"/>
                </a:solidFill>
              </a:defRPr>
            </a:pPr>
            <a:r>
              <a:t>Stephenson et al., Nature Medicine (2021)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4114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Whole blood (PBMCs)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scRNA-seq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10x 3' transcription profiling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cells (post-QC)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585,153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Total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  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55555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240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